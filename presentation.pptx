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8A8F9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8A8F98"/>
                </a:solidFill>
                <a:latin typeface="Calibri"/>
              </a:rPr>
              <a:t>Sharpe ratio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Validation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1.92</c:v>
                </c:pt>
                <c:pt idx="1">
                  <c:v>-0.91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F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-1.5"/>
        </c:scaling>
        <c:delete val="0"/>
        <c:axPos val="l"/>
        <c:majorGridlines>
          <c:spPr>
            <a:ln w="1270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return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Buy and hold</c:v>
                  </c:pt>
                  <c:pt idx="1">
                    <c:v>A — rules</c:v>
                  </c:pt>
                  <c:pt idx="2">
                    <c:v>C — + LLM judge</c:v>
                  </c:pt>
                  <c:pt idx="3">
                    <c:v>B — + ML filter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-40.97</c:v>
                </c:pt>
                <c:pt idx="1">
                  <c:v>-10.549</c:v>
                </c:pt>
                <c:pt idx="2">
                  <c:v>-0.347</c:v>
                </c:pt>
                <c:pt idx="3">
                  <c:v>1.63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F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50"/>
        </c:scaling>
        <c:delete val="0"/>
        <c:axPos val="b"/>
        <c:majorGridlines>
          <c:spPr>
            <a:ln w="1270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minutes. The honest headline: the machine-learning filter helped a little, the LLM did not, and most of the work went into being able to prove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linger. This slide buys credibility for the numbers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arms are the part I'd defend hardest. Without them, 'System C beat System A' is not evidence of reasoning — it's evidence that filtering changes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straight, with no irony. The turn comes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centre of the talk. Say plainly: the honest result is a negative one, and the reason I can tell you that is the test set was only ever touched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B works: it refuses trades the model disagrees with, and in a falling market that means it sits out. That is a real effect, but 64 trades is a small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here. The prompt contains no dates and no absolute prices, so the model cannot recall what happened next — leakage through the weights, not the dataframe.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here, then switch to the dashboard. Two minutes maximum on the demo: the Live tab, then Results, then one judge decision with its written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5740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AI improve a Bitcoin trading strategy?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strategy, a machine-learning filter and an LLM judge, tested against the same out-of-sample period.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526280"/>
            <a:ext cx="100584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 Mooney   ·   Ironhack AI Engineering   ·   Final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138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BTCUSDT · 4h · 2020–2026 · paper trading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backtests are wrong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destroy more trading research than bad strategies do. Each one had to be designed out before any result could mean anything.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1460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information the moment could not have had. Every indicator is causal; splits are chronological with an embargo at each seam.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51460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enough configurations and one looks brilliant by chance. 651 were scored — so the winner is a survivor, not a discovery.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4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51460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slippage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15-minute strategy trades itself to death. Costs are charged on every fill at both ends.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exotic. It is just the part that is usually skipped.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thing changed at a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arm trades the same signals, on the same data, through the same risk model. Only the decision-maker changes — which is what makes this an experiment rather than three separately-tuned demos.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crossover with RSI confirmation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 filter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46320" y="30632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must agree before a trade opens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3794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 + LLM judge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reviews each entry and may veto 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8A8F9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4526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approve everything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46320" y="45262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reproduce System A exactly — tests the harness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8A8F9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5257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four lines of arithmetic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846320" y="52578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the LLM has to clear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controls exist because any filter that removes trades changes the results, whether or not it understands anything.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TEMPTING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validation data, it looked excellent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1965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+34.6%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42900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965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21792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06840" y="1965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0068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862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 lot of projects stop.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Sharpe near 2 on eighteen months of data is a good-looking result. It is also the best of 651 configurations measured on the data used to choose it — so the only honest thing to do next is spend the test set.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sample, it fell apart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strategy, same parameters, untouched data from 30 June 2025 to 11 August 2026.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965960"/>
            <a:ext cx="4983480" cy="3749040"/>
          </a:xfrm>
          <a:prstGeom prst="roundRect">
            <a:avLst>
              <a:gd name="adj" fmla="val 1951"/>
            </a:avLst>
          </a:prstGeom>
          <a:solidFill>
            <a:srgbClr val="1A1F2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2377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+34.6%  →  −10.5%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return, validation to test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36118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did not break. It was never as good as the validation number said — that number was the high-water mark of a 651-configuration search, and it did not survive contact with data it had not chosen itself.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filters help?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over the same out-of-sample period. Bitcoin fell 41% across this window.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295144"/>
            <a:ext cx="118872" cy="1188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Text 4"/>
          <p:cNvSpPr/>
          <p:nvPr/>
        </p:nvSpPr>
        <p:spPr>
          <a:xfrm>
            <a:off x="8119872" y="2240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filter earned its place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19872" y="25511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cut trades from 129 to 64 and turned −10.5% into +1.6%.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3438144"/>
            <a:ext cx="118872" cy="118872"/>
          </a:xfrm>
          <a:prstGeom prst="ellipse">
            <a:avLst/>
          </a:prstGeom>
          <a:solidFill>
            <a:srgbClr val="1A1F2B"/>
          </a:solidFill>
          <a:ln/>
        </p:spPr>
      </p:sp>
      <p:sp>
        <p:nvSpPr>
          <p:cNvPr id="10" name="Text 7"/>
          <p:cNvSpPr/>
          <p:nvPr/>
        </p:nvSpPr>
        <p:spPr>
          <a:xfrm>
            <a:off x="8119872" y="3383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not a good strategy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19872" y="36941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0.22 on 64 trades. The confidence interval contains zero.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4581144"/>
            <a:ext cx="118872" cy="118872"/>
          </a:xfrm>
          <a:prstGeom prst="ellipse">
            <a:avLst/>
          </a:prstGeom>
          <a:solidFill>
            <a:srgbClr val="1A1F2B"/>
          </a:solidFill>
          <a:ln/>
        </p:spPr>
      </p:sp>
      <p:sp>
        <p:nvSpPr>
          <p:cNvPr id="13" name="Text 10"/>
          <p:cNvSpPr/>
          <p:nvPr/>
        </p:nvSpPr>
        <p:spPr>
          <a:xfrm>
            <a:off x="8119872" y="4526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buy-and-hold here is faint praise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19872" y="48371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lost 41%. Not losing money in a falling market is most of the gap.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deliberated. It did not add skill.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decisions judged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37.7%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2900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with the 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21792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vetoed the trade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684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00684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self-reported confidence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distinguishable from four lines of arithmetic.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control judge — approve if the model agrees and clears 35% confidence — was given the identical inputs. The difference between it and the LLM has a confidence interval that contains zero.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800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degenerate, which is what makes it interesting: a judge agreeing 100% of the time is a rubber stamp, one agreeing 50% is a coin flip. This one genuinely deliberated — and still added nothing measurable.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DEFEND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negative result I can prove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288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touched once, after everything was frozen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51176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871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splits with an embargo at every seam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9544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1455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dates or absolute prices in the LLM prompt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67912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8039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control arms and bootstrap confidence intervals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92808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8288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automated tests, including a hand-computed P&amp;L check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51176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4871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that re-derives every published number and hashes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9544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31455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written from scratch, no black-box library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867912"/>
            <a:ext cx="128016" cy="12801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38039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6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place a real order: paper trading is enforced in config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machine-learning filter helped modestly. The LLM did not. Most of the work went into being able to say that with a straight face.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paper trader and dashboard — demo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AI Trading Research</dc:title>
  <dc:subject>PptxGenJS Presentation</dc:subject>
  <dc:creator>Nico Mooney</dc:creator>
  <cp:lastModifiedBy>Nico Mooney</cp:lastModifiedBy>
  <cp:revision>1</cp:revision>
  <dcterms:created xsi:type="dcterms:W3CDTF">2026-08-13T08:35:54Z</dcterms:created>
  <dcterms:modified xsi:type="dcterms:W3CDTF">2026-08-13T08:35:54Z</dcterms:modified>
</cp:coreProperties>
</file>